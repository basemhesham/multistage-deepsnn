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71" r:id="rId4"/>
    <p:sldId id="272" r:id="rId5"/>
    <p:sldId id="273" r:id="rId6"/>
    <p:sldId id="274" r:id="rId7"/>
    <p:sldId id="26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846E-176B-BA46-6CAE-5586025F3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B783D-24B5-1DF3-A8B9-929830778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36029-4303-A0AC-2000-E8021657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3E88A-8246-194B-AC65-CBE7553FD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C99A1-AC4C-37DF-55A5-406C5238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2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59EC-95AF-DA5A-7874-26E0C0E2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271EB-D1FE-D17E-1895-FDFF442F8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F75B4-66D5-13A7-6CE8-32274FF8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AE14C-0BCB-F075-D51D-F6903A81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39723-D271-39D9-4F2E-D3142486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1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F329-DA4A-99F9-1511-0C13E232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2B62A-F9B5-9F61-042C-9E80AAABE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0BB35-49DE-B127-4C88-74738D76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1E246-F09B-3C6B-F9E4-3750F552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10E89-01F9-B9CD-C065-5515A25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1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34BF-CDD9-44D6-83CC-159989D3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BE145-5755-01FD-7E7C-DC12036DD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F6926-C548-E965-B8FD-DD5E5A78F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CA45C-C2D3-F6D2-D0B0-179B2F26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72028-5639-62C6-F3ED-2F958FEB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6F822-98D5-76CE-95D7-9A2E67C4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06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CA36-604E-F25C-2CEA-FDAE483A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631F-CE10-3EEF-28BD-B7FB7750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609AB-22FD-28A0-40CD-B68569D00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0B8D2-0C74-076D-68FA-1DA0B0C47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C6C37C-7FAB-7BD5-D884-1D14B4128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F3B2E-4AFA-DD0C-C340-1111F49B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D3D5D-D09F-3C7E-3BCA-B770D5DD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260542-ABF7-75C4-3D34-59556124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DB2A-8793-15B8-17CF-67127AA1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03F0C-4D32-F6E8-12E3-6EA495D2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AEE7D-FAA5-274C-3A5C-C3DB3963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46AB5-86E4-E74D-C817-A3DC325BA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0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D96B2-490C-4C1C-E0C0-27B2425B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CD340-28B7-B269-6CAE-FBDF2AC9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FCFBA-D56E-E268-2B78-09AE6E0F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8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72AA-AB84-C019-9E21-13BF87AA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1D916-A84B-89B3-3C04-0359D491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D32E1-EABE-FFCC-2A92-CEAD1753E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52E4C-3BB6-7CBC-D0C5-2F40523C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A0EEE-FAF7-383B-4128-8B8DCF67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64AB9-C0A8-CDDB-5FD8-2308EA00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4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37D6-1A38-19AF-BD56-393D1B18C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22D42F-1003-8F85-1040-5C94505E9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87ADB-A073-DD2B-3894-07CEBF7D8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9B7A1-8778-67B5-3DE4-2E3CC814D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25FED-5D55-F0D9-F91C-8A9B2AA8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2FA50-0A5D-DB96-6ABD-3C535407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AC28-565A-EE93-6221-2F68D8F17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6366B-EE7E-2408-35F3-E2DD01EF7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29E6D-41E7-562F-6307-1B291279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4A557-EA9C-4630-4550-ACF5E5C3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982B1-301E-C76D-8E8C-D536D59D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1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5B9CB2-DCE0-404D-B5E3-E601DF6C9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02373-1FD5-2FFC-7BB3-40EAF8086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578A9-8D73-A067-8418-5421BC3DD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25827-7656-A9E4-92E1-408D8EEB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ECC20-8649-BF0E-CCC0-3C1F5A04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0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45B9A-97BB-D34D-D77E-31D39A9F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73820-A452-9537-9C92-7865F7F88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26D7D-EBE4-0A72-0BE5-45E568ADE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7196F-3409-4B37-8F6D-C0B93EDEA16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68FB4-5143-492A-BF1C-E994B1732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DBE5C-4B74-5995-A193-D046D2FEB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4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10170-C64B-D919-0C61-1DA206628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D486E458-057D-8827-22B3-632622FDE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0" t="13742" r="7708" b="11493"/>
          <a:stretch>
            <a:fillRect/>
          </a:stretch>
        </p:blipFill>
        <p:spPr>
          <a:xfrm>
            <a:off x="1308813" y="190932"/>
            <a:ext cx="8936610" cy="241958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AEFD853-FBA2-9A1C-A53C-6D8E8A1ABE71}"/>
              </a:ext>
            </a:extLst>
          </p:cNvPr>
          <p:cNvSpPr/>
          <p:nvPr/>
        </p:nvSpPr>
        <p:spPr>
          <a:xfrm>
            <a:off x="1308812" y="190932"/>
            <a:ext cx="7128177" cy="98741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2E2BE1-BB8A-7506-DF12-1D1709FF403F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F5501-CD68-9A10-1989-A7D0B04E74EE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62519F-4A8F-4611-6DAC-624899AF9D56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9129B0-9656-BBA6-90B4-3EB02A72B25F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D93667-7B3D-BE94-FEDE-D3417DDED845}"/>
              </a:ext>
            </a:extLst>
          </p:cNvPr>
          <p:cNvSpPr/>
          <p:nvPr/>
        </p:nvSpPr>
        <p:spPr>
          <a:xfrm>
            <a:off x="2788619" y="4723325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B134DD-F990-050F-B76D-11BB20DEE7C9}"/>
              </a:ext>
            </a:extLst>
          </p:cNvPr>
          <p:cNvSpPr txBox="1"/>
          <p:nvPr/>
        </p:nvSpPr>
        <p:spPr>
          <a:xfrm>
            <a:off x="4113891" y="4876363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CE9AEC-5FC0-7532-4086-4C06A5A7E605}"/>
              </a:ext>
            </a:extLst>
          </p:cNvPr>
          <p:cNvSpPr/>
          <p:nvPr/>
        </p:nvSpPr>
        <p:spPr>
          <a:xfrm>
            <a:off x="2788619" y="5671884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E28F8F-C149-7BDA-A4FA-DC3F6A29F09F}"/>
              </a:ext>
            </a:extLst>
          </p:cNvPr>
          <p:cNvSpPr txBox="1"/>
          <p:nvPr/>
        </p:nvSpPr>
        <p:spPr>
          <a:xfrm>
            <a:off x="4113891" y="5824922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F6E8260-6743-FA38-5F73-DD1BC00F626B}"/>
              </a:ext>
            </a:extLst>
          </p:cNvPr>
          <p:cNvSpPr/>
          <p:nvPr/>
        </p:nvSpPr>
        <p:spPr>
          <a:xfrm>
            <a:off x="6608046" y="2915989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F3B22D-1829-B31A-2A2F-731F5F4A3237}"/>
              </a:ext>
            </a:extLst>
          </p:cNvPr>
          <p:cNvSpPr txBox="1"/>
          <p:nvPr/>
        </p:nvSpPr>
        <p:spPr>
          <a:xfrm>
            <a:off x="7933318" y="306902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39DC021-CC5B-8BF9-F1AC-0482AC7B92CF}"/>
              </a:ext>
            </a:extLst>
          </p:cNvPr>
          <p:cNvSpPr/>
          <p:nvPr/>
        </p:nvSpPr>
        <p:spPr>
          <a:xfrm>
            <a:off x="6608046" y="3743138"/>
            <a:ext cx="1101437" cy="6754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272F2B-2851-90F1-7EC6-33EDBF23CD3B}"/>
              </a:ext>
            </a:extLst>
          </p:cNvPr>
          <p:cNvSpPr txBox="1"/>
          <p:nvPr/>
        </p:nvSpPr>
        <p:spPr>
          <a:xfrm>
            <a:off x="7933318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_6</a:t>
            </a:r>
          </a:p>
        </p:txBody>
      </p:sp>
    </p:spTree>
    <p:extLst>
      <p:ext uri="{BB962C8B-B14F-4D97-AF65-F5344CB8AC3E}">
        <p14:creationId xmlns:p14="http://schemas.microsoft.com/office/powerpoint/2010/main" val="273364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5DFF-C256-59B7-D2F0-E02D413B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20BF0F5E-4D84-4137-7EC7-E677B56E7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0" t="13742" r="7708" b="11493"/>
          <a:stretch>
            <a:fillRect/>
          </a:stretch>
        </p:blipFill>
        <p:spPr>
          <a:xfrm>
            <a:off x="1308813" y="190932"/>
            <a:ext cx="8936610" cy="241958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651A91E-40B4-3A27-53BB-86812A09346D}"/>
              </a:ext>
            </a:extLst>
          </p:cNvPr>
          <p:cNvSpPr/>
          <p:nvPr/>
        </p:nvSpPr>
        <p:spPr>
          <a:xfrm>
            <a:off x="1335581" y="663746"/>
            <a:ext cx="5348024" cy="948559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59BA7D-5CCD-6256-3916-F1A2771A146A}"/>
              </a:ext>
            </a:extLst>
          </p:cNvPr>
          <p:cNvSpPr/>
          <p:nvPr/>
        </p:nvSpPr>
        <p:spPr>
          <a:xfrm>
            <a:off x="6683604" y="224768"/>
            <a:ext cx="3477611" cy="887595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93CDA6-C6C0-05E8-278F-2C6A5AF6E8CE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15D4C-7C6C-9704-778E-0CADC3C878E1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7DC1F2-8A71-2ACD-CE6B-BD8272CCC42C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8A617A-7BE6-9665-724B-9251743FF2EA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F82783-0AC5-E480-D611-33C409983263}"/>
              </a:ext>
            </a:extLst>
          </p:cNvPr>
          <p:cNvSpPr/>
          <p:nvPr/>
        </p:nvSpPr>
        <p:spPr>
          <a:xfrm>
            <a:off x="2788619" y="4723325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D053DF-DAB3-2F54-1074-9F5E391259E4}"/>
              </a:ext>
            </a:extLst>
          </p:cNvPr>
          <p:cNvSpPr txBox="1"/>
          <p:nvPr/>
        </p:nvSpPr>
        <p:spPr>
          <a:xfrm>
            <a:off x="4113891" y="4876363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DDAFFC-902D-2FB8-3472-408FCA8E8AFC}"/>
              </a:ext>
            </a:extLst>
          </p:cNvPr>
          <p:cNvSpPr/>
          <p:nvPr/>
        </p:nvSpPr>
        <p:spPr>
          <a:xfrm>
            <a:off x="2788619" y="5671884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AA3A59-B2AA-F507-674B-4CD5904DD051}"/>
              </a:ext>
            </a:extLst>
          </p:cNvPr>
          <p:cNvSpPr txBox="1"/>
          <p:nvPr/>
        </p:nvSpPr>
        <p:spPr>
          <a:xfrm>
            <a:off x="4113891" y="5824922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4FEB8A-1577-1727-B7A2-3DBB92E6DA2A}"/>
              </a:ext>
            </a:extLst>
          </p:cNvPr>
          <p:cNvSpPr/>
          <p:nvPr/>
        </p:nvSpPr>
        <p:spPr>
          <a:xfrm>
            <a:off x="6608046" y="2915989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EBECDE-12CB-9590-D4B5-6307017D63F8}"/>
              </a:ext>
            </a:extLst>
          </p:cNvPr>
          <p:cNvSpPr txBox="1"/>
          <p:nvPr/>
        </p:nvSpPr>
        <p:spPr>
          <a:xfrm>
            <a:off x="7933318" y="306902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BFA853-31D6-096F-96A4-8B6B151E5E38}"/>
              </a:ext>
            </a:extLst>
          </p:cNvPr>
          <p:cNvSpPr/>
          <p:nvPr/>
        </p:nvSpPr>
        <p:spPr>
          <a:xfrm>
            <a:off x="6608046" y="3743138"/>
            <a:ext cx="1101437" cy="6754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C33D92-72EF-7568-B800-79FB64900CFC}"/>
              </a:ext>
            </a:extLst>
          </p:cNvPr>
          <p:cNvSpPr txBox="1"/>
          <p:nvPr/>
        </p:nvSpPr>
        <p:spPr>
          <a:xfrm>
            <a:off x="7933318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_6</a:t>
            </a:r>
          </a:p>
        </p:txBody>
      </p:sp>
    </p:spTree>
    <p:extLst>
      <p:ext uri="{BB962C8B-B14F-4D97-AF65-F5344CB8AC3E}">
        <p14:creationId xmlns:p14="http://schemas.microsoft.com/office/powerpoint/2010/main" val="2825676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85251-2769-9C6A-5042-DDC79DE6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200A30B5-8EE1-5567-800B-8A709B739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0" t="13742" r="7708" b="11493"/>
          <a:stretch>
            <a:fillRect/>
          </a:stretch>
        </p:blipFill>
        <p:spPr>
          <a:xfrm>
            <a:off x="1308813" y="190932"/>
            <a:ext cx="8936610" cy="241958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E3460DF-607D-4B8F-A5F4-1527B378F70B}"/>
              </a:ext>
            </a:extLst>
          </p:cNvPr>
          <p:cNvSpPr/>
          <p:nvPr/>
        </p:nvSpPr>
        <p:spPr>
          <a:xfrm>
            <a:off x="4897399" y="697065"/>
            <a:ext cx="5348024" cy="950567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51813-FBCF-1C08-6A96-3AAB084948F3}"/>
              </a:ext>
            </a:extLst>
          </p:cNvPr>
          <p:cNvSpPr/>
          <p:nvPr/>
        </p:nvSpPr>
        <p:spPr>
          <a:xfrm>
            <a:off x="1308813" y="1172348"/>
            <a:ext cx="3588586" cy="950567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3CF879-2C7A-EF79-5A81-94551632EE72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4E4A8-F3F5-A31E-7DFF-1017C700A292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B2005-6D4E-63F5-FB0E-FB10BA94A20E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08CFEF-79CC-E941-0E91-590577EA58F2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D12E77-9504-4033-D374-E13764C60C46}"/>
              </a:ext>
            </a:extLst>
          </p:cNvPr>
          <p:cNvSpPr/>
          <p:nvPr/>
        </p:nvSpPr>
        <p:spPr>
          <a:xfrm>
            <a:off x="2788619" y="4723325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83B115-FEDC-B329-6C78-99D7BFEA1432}"/>
              </a:ext>
            </a:extLst>
          </p:cNvPr>
          <p:cNvSpPr txBox="1"/>
          <p:nvPr/>
        </p:nvSpPr>
        <p:spPr>
          <a:xfrm>
            <a:off x="4113891" y="4876363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B9F9AA-6685-150D-F7C2-CCCEE59CB935}"/>
              </a:ext>
            </a:extLst>
          </p:cNvPr>
          <p:cNvSpPr/>
          <p:nvPr/>
        </p:nvSpPr>
        <p:spPr>
          <a:xfrm>
            <a:off x="2788619" y="5671884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B5A28F-09F3-85C9-03A3-7630F444B880}"/>
              </a:ext>
            </a:extLst>
          </p:cNvPr>
          <p:cNvSpPr txBox="1"/>
          <p:nvPr/>
        </p:nvSpPr>
        <p:spPr>
          <a:xfrm>
            <a:off x="4113891" y="5824922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9E8EA-8DDA-0A36-6863-E2544FE81B9C}"/>
              </a:ext>
            </a:extLst>
          </p:cNvPr>
          <p:cNvSpPr/>
          <p:nvPr/>
        </p:nvSpPr>
        <p:spPr>
          <a:xfrm>
            <a:off x="6608046" y="2915989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81FF0E-FD3C-647D-64AB-BDB7D077163F}"/>
              </a:ext>
            </a:extLst>
          </p:cNvPr>
          <p:cNvSpPr txBox="1"/>
          <p:nvPr/>
        </p:nvSpPr>
        <p:spPr>
          <a:xfrm>
            <a:off x="7933318" y="306902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1EEA8C-5721-ABFC-940C-67879FF9D9E4}"/>
              </a:ext>
            </a:extLst>
          </p:cNvPr>
          <p:cNvSpPr/>
          <p:nvPr/>
        </p:nvSpPr>
        <p:spPr>
          <a:xfrm>
            <a:off x="6608046" y="3743138"/>
            <a:ext cx="1101437" cy="6754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F50D63-FB78-70AF-E96A-5FA88FD679AE}"/>
              </a:ext>
            </a:extLst>
          </p:cNvPr>
          <p:cNvSpPr txBox="1"/>
          <p:nvPr/>
        </p:nvSpPr>
        <p:spPr>
          <a:xfrm>
            <a:off x="7933318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_6</a:t>
            </a:r>
          </a:p>
        </p:txBody>
      </p:sp>
    </p:spTree>
    <p:extLst>
      <p:ext uri="{BB962C8B-B14F-4D97-AF65-F5344CB8AC3E}">
        <p14:creationId xmlns:p14="http://schemas.microsoft.com/office/powerpoint/2010/main" val="2552240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4A7B6-DC32-5F0E-A661-3F2AA5B2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B1E429D2-0ACF-7397-905B-92C36B8FF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0" t="13742" r="7708" b="11493"/>
          <a:stretch>
            <a:fillRect/>
          </a:stretch>
        </p:blipFill>
        <p:spPr>
          <a:xfrm>
            <a:off x="1308813" y="190932"/>
            <a:ext cx="8936610" cy="24195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02226C-2FF2-AA6F-BEF2-5B104D3E10FB}"/>
              </a:ext>
            </a:extLst>
          </p:cNvPr>
          <p:cNvSpPr/>
          <p:nvPr/>
        </p:nvSpPr>
        <p:spPr>
          <a:xfrm>
            <a:off x="3142938" y="1135309"/>
            <a:ext cx="7028584" cy="953991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C7A54A-2A11-235C-F555-7002F142D13E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E2909-F795-BF82-57EF-0D37E702EB00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397032-5C82-7BC8-1120-F82CF266955C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14BC1-19BC-E261-B778-4C39C84911DF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42976C-78A8-370B-A993-DD90149FA2D1}"/>
              </a:ext>
            </a:extLst>
          </p:cNvPr>
          <p:cNvSpPr/>
          <p:nvPr/>
        </p:nvSpPr>
        <p:spPr>
          <a:xfrm>
            <a:off x="2788619" y="4723325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85640-302C-6CE6-80C9-0B078C98BC4C}"/>
              </a:ext>
            </a:extLst>
          </p:cNvPr>
          <p:cNvSpPr txBox="1"/>
          <p:nvPr/>
        </p:nvSpPr>
        <p:spPr>
          <a:xfrm>
            <a:off x="4113891" y="4876363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F3A82F-680A-F649-DBC5-651C3D940771}"/>
              </a:ext>
            </a:extLst>
          </p:cNvPr>
          <p:cNvSpPr/>
          <p:nvPr/>
        </p:nvSpPr>
        <p:spPr>
          <a:xfrm>
            <a:off x="2788619" y="5671884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AB4B1D-6E06-2660-2C6D-931E6DB8632F}"/>
              </a:ext>
            </a:extLst>
          </p:cNvPr>
          <p:cNvSpPr txBox="1"/>
          <p:nvPr/>
        </p:nvSpPr>
        <p:spPr>
          <a:xfrm>
            <a:off x="4113891" y="5824922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DDFB9A-7363-6B07-01CE-D234F73C1F40}"/>
              </a:ext>
            </a:extLst>
          </p:cNvPr>
          <p:cNvSpPr/>
          <p:nvPr/>
        </p:nvSpPr>
        <p:spPr>
          <a:xfrm>
            <a:off x="6608046" y="2915989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CB9F67-CA97-D09D-E52A-A1711AD9D009}"/>
              </a:ext>
            </a:extLst>
          </p:cNvPr>
          <p:cNvSpPr txBox="1"/>
          <p:nvPr/>
        </p:nvSpPr>
        <p:spPr>
          <a:xfrm>
            <a:off x="7933318" y="306902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3A3EBD-EC70-CF78-F4DE-071CE981F2DA}"/>
              </a:ext>
            </a:extLst>
          </p:cNvPr>
          <p:cNvSpPr/>
          <p:nvPr/>
        </p:nvSpPr>
        <p:spPr>
          <a:xfrm>
            <a:off x="6608046" y="3743138"/>
            <a:ext cx="1101437" cy="6754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DAAF26-D8A8-FA95-80F0-C5F80DDE3B99}"/>
              </a:ext>
            </a:extLst>
          </p:cNvPr>
          <p:cNvSpPr txBox="1"/>
          <p:nvPr/>
        </p:nvSpPr>
        <p:spPr>
          <a:xfrm>
            <a:off x="7933318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_6</a:t>
            </a:r>
          </a:p>
        </p:txBody>
      </p:sp>
    </p:spTree>
    <p:extLst>
      <p:ext uri="{BB962C8B-B14F-4D97-AF65-F5344CB8AC3E}">
        <p14:creationId xmlns:p14="http://schemas.microsoft.com/office/powerpoint/2010/main" val="1355883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0CC1-34CF-8AFB-6A7F-0978C7468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182A5807-5651-8267-D7D1-713572880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0" t="13742" r="7708" b="11493"/>
          <a:stretch>
            <a:fillRect/>
          </a:stretch>
        </p:blipFill>
        <p:spPr>
          <a:xfrm>
            <a:off x="1308813" y="190932"/>
            <a:ext cx="8936610" cy="24195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49417E-BF06-049E-F484-66922AC62DF2}"/>
              </a:ext>
            </a:extLst>
          </p:cNvPr>
          <p:cNvSpPr/>
          <p:nvPr/>
        </p:nvSpPr>
        <p:spPr>
          <a:xfrm>
            <a:off x="1389552" y="1569263"/>
            <a:ext cx="7028584" cy="953991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E871B3-22D8-E668-2F16-75BBF76CA730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4E14F0-E4AE-0A69-4F1C-F29A281194A5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40D882-1664-333E-3FC1-DBD1EA77207D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2C3DAA-7D92-25A9-8351-613C3CAB726C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82DF41-21C9-D33D-3CC1-67114A167837}"/>
              </a:ext>
            </a:extLst>
          </p:cNvPr>
          <p:cNvSpPr/>
          <p:nvPr/>
        </p:nvSpPr>
        <p:spPr>
          <a:xfrm>
            <a:off x="2788619" y="4723325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E67FFC-8A7F-9514-0585-B9BE6A78EDCB}"/>
              </a:ext>
            </a:extLst>
          </p:cNvPr>
          <p:cNvSpPr txBox="1"/>
          <p:nvPr/>
        </p:nvSpPr>
        <p:spPr>
          <a:xfrm>
            <a:off x="4113891" y="4876363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8C900A-F700-5D68-D900-F3D301B75AB9}"/>
              </a:ext>
            </a:extLst>
          </p:cNvPr>
          <p:cNvSpPr/>
          <p:nvPr/>
        </p:nvSpPr>
        <p:spPr>
          <a:xfrm>
            <a:off x="2788619" y="5671884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4E1916-CF64-23F0-2B73-6D366FB4290F}"/>
              </a:ext>
            </a:extLst>
          </p:cNvPr>
          <p:cNvSpPr txBox="1"/>
          <p:nvPr/>
        </p:nvSpPr>
        <p:spPr>
          <a:xfrm>
            <a:off x="4113891" y="5824922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5E143B-74BD-6BAE-CCCE-410B31B47244}"/>
              </a:ext>
            </a:extLst>
          </p:cNvPr>
          <p:cNvSpPr/>
          <p:nvPr/>
        </p:nvSpPr>
        <p:spPr>
          <a:xfrm>
            <a:off x="6608046" y="2915989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746D2A-1576-A283-40B7-C7E991EEBAF8}"/>
              </a:ext>
            </a:extLst>
          </p:cNvPr>
          <p:cNvSpPr txBox="1"/>
          <p:nvPr/>
        </p:nvSpPr>
        <p:spPr>
          <a:xfrm>
            <a:off x="7933318" y="306902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91B617-FCD1-910A-1A59-5C3D63300350}"/>
              </a:ext>
            </a:extLst>
          </p:cNvPr>
          <p:cNvSpPr/>
          <p:nvPr/>
        </p:nvSpPr>
        <p:spPr>
          <a:xfrm>
            <a:off x="6608046" y="3743138"/>
            <a:ext cx="1101437" cy="6754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530681-5DB1-B0AD-906B-727C795DD3F9}"/>
              </a:ext>
            </a:extLst>
          </p:cNvPr>
          <p:cNvSpPr txBox="1"/>
          <p:nvPr/>
        </p:nvSpPr>
        <p:spPr>
          <a:xfrm>
            <a:off x="7933318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_6</a:t>
            </a:r>
          </a:p>
        </p:txBody>
      </p:sp>
    </p:spTree>
    <p:extLst>
      <p:ext uri="{BB962C8B-B14F-4D97-AF65-F5344CB8AC3E}">
        <p14:creationId xmlns:p14="http://schemas.microsoft.com/office/powerpoint/2010/main" val="385865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9916-EC63-8F4D-DAFC-C97BA570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E15624-5009-0B64-7E48-90B185ED67F1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0DD0F-7D9B-7F2A-B2B0-CDA9D2802A64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68DA70-387C-6DCE-4C52-F16B100E9BE8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3EB19E-A6F1-60FE-6CC7-498D5544D80B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785AD4-86EC-4303-6960-83EFBB29D736}"/>
              </a:ext>
            </a:extLst>
          </p:cNvPr>
          <p:cNvSpPr/>
          <p:nvPr/>
        </p:nvSpPr>
        <p:spPr>
          <a:xfrm>
            <a:off x="2788619" y="4723325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489B8C-3020-6650-0610-5CF63E4E34A4}"/>
              </a:ext>
            </a:extLst>
          </p:cNvPr>
          <p:cNvSpPr txBox="1"/>
          <p:nvPr/>
        </p:nvSpPr>
        <p:spPr>
          <a:xfrm>
            <a:off x="4113891" y="4876363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25728B-CD5E-96FD-A04B-06692785D7FE}"/>
              </a:ext>
            </a:extLst>
          </p:cNvPr>
          <p:cNvSpPr/>
          <p:nvPr/>
        </p:nvSpPr>
        <p:spPr>
          <a:xfrm>
            <a:off x="2788619" y="5671884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6723AB-26A3-27E0-C14B-FF1FBB079FA2}"/>
              </a:ext>
            </a:extLst>
          </p:cNvPr>
          <p:cNvSpPr txBox="1"/>
          <p:nvPr/>
        </p:nvSpPr>
        <p:spPr>
          <a:xfrm>
            <a:off x="4113891" y="5824922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406B8F-85A4-2F33-8DF5-B137A03D558F}"/>
              </a:ext>
            </a:extLst>
          </p:cNvPr>
          <p:cNvSpPr/>
          <p:nvPr/>
        </p:nvSpPr>
        <p:spPr>
          <a:xfrm>
            <a:off x="6608046" y="2915989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23EA2A-AC02-A684-0805-E77F06C75A24}"/>
              </a:ext>
            </a:extLst>
          </p:cNvPr>
          <p:cNvSpPr txBox="1"/>
          <p:nvPr/>
        </p:nvSpPr>
        <p:spPr>
          <a:xfrm>
            <a:off x="7933318" y="306902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_5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5067A4A-99B0-A48F-D4C3-796F19311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0" t="13742" r="7708" b="11493"/>
          <a:stretch>
            <a:fillRect/>
          </a:stretch>
        </p:blipFill>
        <p:spPr>
          <a:xfrm>
            <a:off x="1308813" y="190932"/>
            <a:ext cx="8936610" cy="24195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E30EFD-D77F-296B-98C3-51505AD21002}"/>
              </a:ext>
            </a:extLst>
          </p:cNvPr>
          <p:cNvSpPr/>
          <p:nvPr/>
        </p:nvSpPr>
        <p:spPr>
          <a:xfrm>
            <a:off x="6608046" y="1562171"/>
            <a:ext cx="3561963" cy="95399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F44EDF-985A-F7C3-6C14-3EE317C0FB3C}"/>
              </a:ext>
            </a:extLst>
          </p:cNvPr>
          <p:cNvSpPr/>
          <p:nvPr/>
        </p:nvSpPr>
        <p:spPr>
          <a:xfrm>
            <a:off x="6608046" y="3743138"/>
            <a:ext cx="1101437" cy="6754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54EE1-7695-B169-EE4B-82611AA65235}"/>
              </a:ext>
            </a:extLst>
          </p:cNvPr>
          <p:cNvSpPr txBox="1"/>
          <p:nvPr/>
        </p:nvSpPr>
        <p:spPr>
          <a:xfrm>
            <a:off x="7933318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_6</a:t>
            </a:r>
          </a:p>
        </p:txBody>
      </p:sp>
    </p:spTree>
    <p:extLst>
      <p:ext uri="{BB962C8B-B14F-4D97-AF65-F5344CB8AC3E}">
        <p14:creationId xmlns:p14="http://schemas.microsoft.com/office/powerpoint/2010/main" val="2689395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7340-77D7-5775-7C1E-E8AD1ABDE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856153A-EF15-1044-6B60-F3D84F504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508475-E693-A816-96C9-157E71383875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0D060-9D54-4B77-997F-58629306B5A4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D3BFEE-9479-2D5F-0805-3A9222FBB3D4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8C9ED-BA9E-EBED-442D-1660D07994AB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B2208E-6BF7-059A-12A3-969592D12AF6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E5BD67-44B5-822F-5EA6-042DC60F193D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3DEBD7-D796-98D9-DE85-9950440E90D0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D4CC86-DA0B-863B-87CE-DC66BA55525F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5747C2-1FCC-99CF-C235-7127E7B72AC7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86E61-4994-763B-4BC6-BB77634BF5C1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52D402-4D13-5B72-6DD6-6E4FF1B08D84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F19780-F4AF-99E2-5966-F847E7313B87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06917D-79D8-F71F-86D1-E9B7998A8B3C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33567B-6967-4714-2A62-71689B0F4381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3D8880-3269-D82E-07F9-DB42D4FB2FDD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696954-E5E1-1860-6B96-9C1B41488814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647B1C-5C76-78FB-46DB-3EB4D8158131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721B4B-AC2D-F410-2581-83D3E19E3229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EC0507-BD92-2B13-BAC6-8B873DF6525E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03C614-33B3-6423-39DB-8C08AE6C22B0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45B0F9-7FF2-0954-5AB5-0E30B5646783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78666-397E-0A0C-4B09-D992C6F1A1CE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C42D23-F3F7-26DC-67EA-41B592C44041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BB7255-237D-162C-D985-401E88F6EDC6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266ECA-E917-550A-B90D-AAD1321357DA}"/>
              </a:ext>
            </a:extLst>
          </p:cNvPr>
          <p:cNvSpPr/>
          <p:nvPr/>
        </p:nvSpPr>
        <p:spPr>
          <a:xfrm>
            <a:off x="440748" y="746846"/>
            <a:ext cx="4178386" cy="109138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84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A666-9DCE-CC4B-9EFA-E7C95F1E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AAB5631-06AB-81B1-4394-52AB5F7B7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4A78EC-EC6F-2308-6F52-A3DFFF68C613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E5096-8B0A-199E-9E5C-8609F77B94CC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B7EF01-628E-CCE8-343C-BB36B72E1F00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22AC46-1828-6402-ACD9-9FD071176D1A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19E256-DD14-9D32-9698-093D4578D6A2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3E31DB-A79C-02B0-787F-59DA594EC3E7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EE34A9-FC22-63A7-FE9F-AB1F52A1928E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3FCB93-0394-972D-F4A8-C778E174DDDA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8AC6FB-5227-7F4D-82E1-A39350EBE2F9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E378C5-E743-A038-158E-AE1A79212EFF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7D55C5-B58B-C58B-E96A-5AA1AFC53947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1587B6-38C5-677C-66CA-C17DA2FCDD7D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68C972-40CA-52AB-D636-F9804118E060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36FB75-080A-922F-146C-41AECF5141A7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F359F3-C924-BF90-3ACD-A0692F0643D8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86F44-A83E-14BF-8734-8D9688AE25C2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FCCCC4-F4ED-4065-9B5C-CFF1C519907E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E71BB0-AFA8-2FFF-897E-49CC2B79DDA9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4D2631-6ED6-37E5-9AF8-FE823004FC4F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CC7649-0F74-0DEF-8C9B-1DC7B2DB09F1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FADE11-EF6F-09BE-9806-0F1044EEDFEE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B8B2DB-AF3C-234E-CE18-AECBE96006A4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0477FF-F0D9-E91E-05B4-83F15F155CDE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14E777-E64B-63B9-1694-AC1767E405F0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60EA3C-4B2B-4868-16F1-AA0FCD16DFC7}"/>
              </a:ext>
            </a:extLst>
          </p:cNvPr>
          <p:cNvSpPr/>
          <p:nvPr/>
        </p:nvSpPr>
        <p:spPr>
          <a:xfrm>
            <a:off x="1834487" y="779283"/>
            <a:ext cx="4178386" cy="1091381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824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6575-D100-F3B8-156A-27D825C5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C96EE2-B828-2AAB-A9DC-E8C03B627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6C89A3-16B5-7CE7-3A37-482D1F4E21A1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25C575-B5AF-AB48-26E4-B4FDBC22E8D6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706180-5D8A-FADE-A962-AC6176D833A0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734A8B-997A-9F82-4B33-CBA4596CFA1E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69CCE5-54E4-ACB9-A034-1AED7CB6A7C2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2CA815-0A0C-B88E-B309-4C4F1A70DD95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080A74-75F7-B25A-1B95-8CCFD6E725EC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9D50FD-1791-4123-22E2-FB530615565F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8227F8-CA14-190A-E00B-A99B8AA0AA3E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FD6A39-31DA-9E7F-6F34-644FC9D2F9D0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CC8159-F9CE-6AB2-2459-E5F86A47E684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056899-86EB-4AC1-E984-55D0E5AABF36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CEE76-27EF-46EA-4268-00BC7D123CC8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0833B9-9ED2-0D5B-CA04-ADAD7B29D46B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1266BF-ECD5-A392-44D6-65C482C2D7C7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8D0E7F-BFD1-2242-20E8-4042D5474686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7EADA7-0801-F648-424B-3983A62E676F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FD6295-6540-FEC5-6212-2F832D70FDF9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472EE0-BE0B-2679-1215-4A1D243244D7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9B8206-8E27-1C11-C1E7-9D38FD2D0032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15A254-90FF-EE78-23B6-A446AFA29674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A1FDEB-175F-F218-B1CF-F38884A210FD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D3A061-1602-8E7C-B4C9-4F9490A2B064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FE7706-F785-197A-A5A0-7260436FE856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92F639-2C24-7CA6-6F0C-08EA9B4D1504}"/>
              </a:ext>
            </a:extLst>
          </p:cNvPr>
          <p:cNvSpPr/>
          <p:nvPr/>
        </p:nvSpPr>
        <p:spPr>
          <a:xfrm>
            <a:off x="484669" y="1081523"/>
            <a:ext cx="4178386" cy="109138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75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6FF4C-F33E-CC67-2FCB-094F969A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D576D8-A7F0-6D4B-A36C-BF01499A9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B8A07B-85EC-BB7F-7569-BABC38528662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CD0CAD-22E5-94FF-8F54-27B71C13D6C6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D5EB0F-8004-8BEC-9720-E54DB20B135C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9D1652-F8C6-F4FD-5539-80DF5A40D7E8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6E7AAC-C719-3356-0887-F0363C676ACF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3E0B1-5DB9-E79E-05BD-4BEE7220EAE3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7E404B-7D80-F3D9-895D-2200EAF36F1D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E5ED2B-81D1-F1A5-C34D-4BA17AB5F117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2D2F85-BE8B-7F3C-A6B9-175FA12AC699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AC78CE-9421-E148-7AB4-2DA670716114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55569E-3AE9-A036-D791-553D75B9FA2B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EFC733-0B99-FEC5-4C4D-51C010B0D9CC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7828AF-58EC-8923-8E90-ECB36874AFC8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F27FCD-B2DC-5406-58C5-85F4850FDE21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9E5FE8-7BBA-AD62-7BB5-E0535350B9FC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0973E0-A3D3-1959-6879-1D64924151FA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A8916A-A110-63A8-7932-8F48D6A2C287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4FAB2C-9745-972D-9BE0-D7AD837CDED6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E25E32-743A-EBCC-7DA4-CDAD02345801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423EAA-2285-777E-BC6E-B5A3C5138B04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6B328F-4714-2F52-A502-6F657B7227BE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EE91E7-95A9-915D-77C8-77170B19C834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C7817A-05A7-E9BA-4C52-3246C06C2F5E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FCB04C-B907-99D8-5084-F3BB9E0431B0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FA45F2-2584-2268-EAC6-B467D4C51721}"/>
              </a:ext>
            </a:extLst>
          </p:cNvPr>
          <p:cNvSpPr/>
          <p:nvPr/>
        </p:nvSpPr>
        <p:spPr>
          <a:xfrm>
            <a:off x="1834487" y="1088821"/>
            <a:ext cx="4178386" cy="1091381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30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5940-9622-B55E-B2E7-ACF97B8B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094FB5-91FB-9214-0760-A1032FDAC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D98B97-2923-15D2-BFA2-2B6E0A5BEDD7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774CB-F992-0AB6-29E6-12657969F954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FC042B-51E3-3449-C765-53793477DDE7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026F16-5999-4EE8-ACDF-0A3EDD6F6DE0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706479-C4FE-2C93-C241-2AD07B2ADF8C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B2AA46-8545-F96D-C849-75E4E180E65C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77CEF6-3936-B944-A7C8-002459557454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10720-2CA4-9DC3-E2F8-A4C463A327FB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826E0F-1B43-C7EB-4C44-89DDEC0ED376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09D592-B64E-1F0A-81F9-9482952CF577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EAB2A0-F625-35E5-BA33-9BD4335A636B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CA704A-23FB-EE65-E132-F3B01FA0552A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88EAFD-C983-D751-FAF9-7A0EC94522B0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3B6637-4532-5C9B-2213-FED069478CA5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6F4924-F280-36B8-249B-2BC8E9DF91EF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9F578E-6464-E195-928F-6773606E70DC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8A2886-4022-F2CD-0352-D0C0AA461B41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EF27EB-1B01-7E58-170A-628E9E64EDC6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E9672B-541A-F043-286A-F070F045F996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478C77-1E19-5804-2863-3EC7EDF4109F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5B9801-AA41-173A-3044-3E14953E16E5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32DD55-4C8D-A336-1402-2F4F693379AD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7621EB-01D2-673D-2676-073FBAD4903C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41CC5B-8AB2-4753-139F-AA1118695C14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300D5F-8DF0-D45F-33E7-631F0732BDD3}"/>
              </a:ext>
            </a:extLst>
          </p:cNvPr>
          <p:cNvSpPr/>
          <p:nvPr/>
        </p:nvSpPr>
        <p:spPr>
          <a:xfrm>
            <a:off x="3225882" y="746846"/>
            <a:ext cx="4178386" cy="1091381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0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8A62-0FF1-216A-F5BF-BD77D6AFE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8FD1B7D-6850-6685-418F-DF8FB60E1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C8DCA0B-54F7-715C-47EE-B6530822F4EE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BC7F5-B078-5BC8-D25D-E797743C6AFF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4AE5D2-E3D3-FF9C-E45B-A42A8BA85F8C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D685F-455B-6D25-A5C7-411E8A9DAD3A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3AD1EE-39F4-E962-8DA0-9642F2881489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F0FB9C-40A6-1EC6-9E43-9F89F53D1C97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19B30C-049B-E0C7-D758-292652FEBA85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5D1FCE-3DF9-6ED8-59DD-0CD5D946C295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0D30C7-85E3-9118-1E46-61BC1DAE7A10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0C8F9A-7CD7-C8D9-4BFB-0615CA89E583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EE1434-0B19-80DA-709C-FFC5575C831E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CB93C8-753C-4B5E-E221-90B031FEE69E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0C7DCF-F421-0C21-F81C-AF8A9B7696D2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7FB6AB-D9FC-15BE-10CC-6AD62CB13EA2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B3870C-0B6A-B169-118B-686526F38196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A99CB9-4ECD-4EBD-C379-A086DCC3A3E2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286B34-8D5C-8EC3-26F9-0F9989432806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21ABBF-F227-2B76-1767-9CBD1E535980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4970FC-D840-651B-B7B3-59AEFF9BA8AF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8175CD-0718-195D-0433-7AF3C3EBC400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36D7F6-026A-1CF8-893C-2F00A1655C30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AC388E-F7D9-8928-39A7-799416C35857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680B4B-1E69-D1DE-546C-2B62760FEB98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68197E-B5DD-532B-E774-B89B1120E974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C86306-7222-F826-7096-6B85F4B9C0AD}"/>
              </a:ext>
            </a:extLst>
          </p:cNvPr>
          <p:cNvSpPr/>
          <p:nvPr/>
        </p:nvSpPr>
        <p:spPr>
          <a:xfrm>
            <a:off x="4601443" y="767828"/>
            <a:ext cx="4178386" cy="1091381"/>
          </a:xfrm>
          <a:prstGeom prst="rect">
            <a:avLst/>
          </a:prstGeom>
          <a:noFill/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267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CEA9-5290-8D34-164D-43EF4C0E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E66EF1-DF9D-0B41-C6FE-5768C9574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199265-F68D-9638-D1D3-AE761FA84FC8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262CA5-D644-07B1-C883-786CF26EB6F1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43A9A1-B765-68EF-091D-86E522D6098F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2AEDFF-3A05-2B23-804E-A1C369EBB280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B77F0F-A3AF-43C4-6A91-3417618AB501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A696FC-6CDA-7B03-514A-C22965678E37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E3C267-9CD3-9D97-29C7-33683108094D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AFACD5-10E3-59C6-C133-E73A0DF158D9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FC835E-02AD-5B9E-0438-351C7F22B5E8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7DAF3-8250-96CC-F600-2C056238FC22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FFF7E5-A12B-62C4-CA71-128B80C1DF9F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D63580-EAC1-0EBA-E603-4EBF5C44D1F2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BD2D17-5F67-42F1-0B5A-71B1876BED3A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B68BD9-7832-2233-682D-360784A2ABAE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59A627-0771-2F27-B4B2-B53BC3318A07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974D41-D3CB-96DA-CF3F-F06391E28C80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FD34BC-85F2-BCAC-3EBB-0625A260BF82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790325-A280-7C47-3EA1-EB7356BB08FF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8B436B-763A-7B87-EF9C-9420C67A249E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E8594A-D521-3642-A866-6A7676CE9269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6E2E07-D772-564D-2E1A-8B59059BE4D7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F144E-4021-CB51-6A75-ECDB86DB5AA4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D52ABF-0828-03D2-D36D-9128A2D8E3A1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FD1B64-2FFA-AC33-956D-8120E241E6A6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09B377-1A6B-BCA7-6CB0-663667B0D2F2}"/>
              </a:ext>
            </a:extLst>
          </p:cNvPr>
          <p:cNvSpPr/>
          <p:nvPr/>
        </p:nvSpPr>
        <p:spPr>
          <a:xfrm>
            <a:off x="3225882" y="1112790"/>
            <a:ext cx="4178386" cy="1091381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94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136B6-D6C4-9AB6-16F7-2F8D90E3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3D743A-1A24-09B5-F504-746422534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A71FB63-ED16-E75F-36FD-BD0B47013B37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3B5F7-3C4D-99BF-4F68-A743D5910F1B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8DD649-192D-E58E-340B-6A7363C5F8F6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915DBA-F65A-809C-1F5A-EB59AC901A54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A19DB3-97D7-CC6E-C0B3-825A9FA01715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23ED34-D0B5-F42A-128D-2166D3A9108D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29C03-7253-209C-A02C-DD5A1AF4634E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851814-93DD-650B-A3AF-3963F0ED89FA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3264D9-A408-D47F-BFB9-00A7268D781D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A2E99E-CAB5-BA0A-4CCB-ACEDD805EB4C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70E17A-B461-A156-B800-A45F6D20C255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F9BBA8-80C7-77A4-A4E7-5E3D009AF9BD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63B4C5-372D-4167-3D53-7B48A012A172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533D4C-876A-F9A6-D73C-D82B2E0C16B2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A74465-3834-C79D-1663-FDEFA8DDE575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3CBAB8-933D-41D8-7A72-2A2C0779EA2E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A132E8-D3CE-743F-5603-83A690074FFC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144B87-5EF1-D886-228E-F91F9F8151BB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8EE694-DC22-040A-9C17-1306C1396452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8DE70C-5C15-54CE-03E1-019A017AE752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A22DA-DA11-3DE9-5885-86BC3E1F2442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DCA2EC-8B6F-6AC4-7328-DF2B1C949E8D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FC2BD8-D80B-DF99-B8D1-D1D5FA829A13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CF774D-96DB-1E9E-53F9-75417DD5F214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4C5ADB-CDA6-5956-BA4D-FECCAC6FC5BB}"/>
              </a:ext>
            </a:extLst>
          </p:cNvPr>
          <p:cNvSpPr/>
          <p:nvPr/>
        </p:nvSpPr>
        <p:spPr>
          <a:xfrm>
            <a:off x="4624606" y="1088821"/>
            <a:ext cx="4178386" cy="1091381"/>
          </a:xfrm>
          <a:prstGeom prst="rect">
            <a:avLst/>
          </a:pr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86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B529-12B6-9AE9-D6D7-31F776D5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B58137-302C-B37B-0160-F88F6B120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6E1765E-A3CC-2604-E8ED-DA8326F19BEF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17932-F900-896F-C91D-7DF79465EC89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4C4ECD-9E68-4F93-A860-94AAE5A15680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2DCA7D-AE11-3746-1DC6-B32B9BFC01E4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664974-206A-A979-E66F-7553D78892C4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D38636-C257-9D0C-53AA-7A2424A21C2A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18A342-2BE2-332E-1F49-3BF2F82033CB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8849E6-0387-66DD-D64E-A9587E36033E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46BA44-FFC4-34E1-936A-788F68DCD15C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E2E916-F8D8-AFB4-5B3C-EF8AF61BCF8D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2D8ED3-76AF-A660-33D6-CD687D322399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6797EF-7B52-B601-7042-5E0C2AB3940B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A46FC1-CD40-0656-E7CD-EA48C07EE3DC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0D3723-002E-CE38-03D5-6640404E8709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E19286-E8BD-807E-2D1C-C31016642A53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01BE54-D652-4444-1A4D-171573A87E54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644CB4-0988-3032-5866-AF13113D2715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359F7A-A123-80B1-D868-34517835E87B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867E8D-B025-FF2C-9F58-AD0E1B044152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B03EB9-2055-9161-92E4-7C9F68691BEF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318A7A-C8EE-3715-9E11-8FD21A82376F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06E2C2-A996-5BF3-C154-4F53584DBBBF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CDD45A-3C2C-8D74-3E85-F9F8ACABC5F1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D85237-1636-6128-8669-C639848E1927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992AF9-0E50-142C-BD44-780D1F020148}"/>
              </a:ext>
            </a:extLst>
          </p:cNvPr>
          <p:cNvSpPr/>
          <p:nvPr/>
        </p:nvSpPr>
        <p:spPr>
          <a:xfrm>
            <a:off x="6012873" y="746846"/>
            <a:ext cx="4178386" cy="1091381"/>
          </a:xfrm>
          <a:prstGeom prst="rect">
            <a:avLst/>
          </a:prstGeom>
          <a:noFill/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C9146-3428-59C3-D9F2-E2FE360F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C64264-9ADE-041B-2362-F6A850479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37B250-4830-3938-8483-BB9A0286F91A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CFAF5-9195-9FA0-3E35-0623C7BE4016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0A198-2AFC-79EE-9EFA-FABC66AE162A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F0C21-6A37-A086-EEFF-80412E687CEE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B0D301-F206-D44C-763C-940EFCA8C17E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08188D-F369-6C98-4DEB-12CA4ACF72E8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9BF456-C4AA-7ED1-747F-3FBB829457C7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F6A400-ADDC-A75C-79CA-3D8E9229DE13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644653-0F05-7A71-D965-8F34BD183D37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9D8506-345D-82D1-9366-98EC2B534CD7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717D0-91CC-DF83-B6C5-6BC99E5EF583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718DEB-194A-A638-F26C-AE8133BC5E92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64789C-6948-2273-B6D5-64DC6DB0D5B4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F1FF7C-5309-8DB0-F7B0-20A2F55203A1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C6E307-CD51-9793-34AC-5E1AA8D8B516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08F7CB-877B-4BFD-1C04-8436B12172A0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0ECF12-B1AC-ABFC-6B30-0B54F010FDB8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657FC0-E739-75BA-243C-BCEF7247B155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CBB435-1C59-6967-F698-AE859F7DA380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450E19-D6A4-0BA1-6CFA-67C9CF7E5520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540B2E-45A5-F1DA-7DCE-645BB39D1020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6375A8-E78E-2DB1-7709-DFAADFD67483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06BFE1-85A0-B8E6-3C97-C571841123C8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CC2E8A-4F07-7F94-140D-D677FBD7D1AF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2FC939-ADA6-7DDD-CB2D-87FF7C71B62F}"/>
              </a:ext>
            </a:extLst>
          </p:cNvPr>
          <p:cNvSpPr/>
          <p:nvPr/>
        </p:nvSpPr>
        <p:spPr>
          <a:xfrm>
            <a:off x="7406612" y="796008"/>
            <a:ext cx="4178386" cy="1091381"/>
          </a:xfrm>
          <a:prstGeom prst="rect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22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E9D33-76DF-7E3A-A6EF-7BC95C69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181AA8-116B-D2EA-EB22-D7F193CAC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48D883-718F-EDDC-14B3-BFCEAD633C13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CFA450-DAB6-A836-20FD-CDF91FEACEBF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A206A3-E03A-65C6-ED11-628B992CD8D6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9C8EA5-9311-3A21-2681-A8F79E26A119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1C2989-D9B8-7E67-BEFA-4B0458B93061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82AD2-0AA8-2330-3B0A-7D05B564C054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550C2D-E4EA-4664-EBFC-3A5AABD2CEC0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9E7F71-448D-FD84-DC5C-EE0B34353D84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3593C0-6427-6BE1-6AAD-CC98DD215517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C909CB-C987-DED6-4B5F-A5DD788BB14B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73DC3-CC7F-40F6-AA4F-628032C85EF0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4275BD-556E-A539-326E-DBB7AEA4B078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F09B6B-EBD7-1C7C-E7A9-9B3CA77D90F0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2BD00B-4304-F783-0934-D4D763468FA5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09710D-20F8-BE59-11C5-4BF544B6C951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F6FDC0-B0AB-3E8D-9759-299F96D94CBF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55F463-8F01-3E9C-74FE-50F0569ACB63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2B9DB4-2161-CE06-7C1C-066A17D4D035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D20A95-9D7C-22DD-AF98-8D29CD36002E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B4389B-5726-ADFF-CE34-F6E46E10CE07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B9C2D2-798D-B22E-D789-55A5160D448F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AFF9F9-C97A-7DC0-2B90-3DF7CB4AC4F7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C1A3A9-1D30-AE8F-D0B6-18528DA779A1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91F691-FD0E-BD28-3192-6E36ACEB5406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C4481A-00D9-74E7-4D20-FDBD3374968E}"/>
              </a:ext>
            </a:extLst>
          </p:cNvPr>
          <p:cNvSpPr/>
          <p:nvPr/>
        </p:nvSpPr>
        <p:spPr>
          <a:xfrm>
            <a:off x="6000167" y="1141216"/>
            <a:ext cx="4178386" cy="1091381"/>
          </a:xfrm>
          <a:prstGeom prst="rect">
            <a:avLst/>
          </a:prstGeom>
          <a:noFill/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8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81F7-3164-5047-94B8-27061C3BF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D292DA-4C5C-95DE-6D86-61DC7819E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" y="746846"/>
            <a:ext cx="11144250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B4440C9-8083-6290-79C8-DC7A53CAD20C}"/>
              </a:ext>
            </a:extLst>
          </p:cNvPr>
          <p:cNvSpPr/>
          <p:nvPr/>
        </p:nvSpPr>
        <p:spPr>
          <a:xfrm>
            <a:off x="997527" y="2878282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20B2F-4C26-9416-E5AE-B6B86F4060B8}"/>
              </a:ext>
            </a:extLst>
          </p:cNvPr>
          <p:cNvSpPr txBox="1"/>
          <p:nvPr/>
        </p:nvSpPr>
        <p:spPr>
          <a:xfrm>
            <a:off x="2322799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2D6296-AE6D-22F0-BE9B-1648C2D257D6}"/>
              </a:ext>
            </a:extLst>
          </p:cNvPr>
          <p:cNvSpPr/>
          <p:nvPr/>
        </p:nvSpPr>
        <p:spPr>
          <a:xfrm>
            <a:off x="997527" y="3705431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DB5998-3AF4-92AC-E502-46550A2EA90A}"/>
              </a:ext>
            </a:extLst>
          </p:cNvPr>
          <p:cNvSpPr txBox="1"/>
          <p:nvPr/>
        </p:nvSpPr>
        <p:spPr>
          <a:xfrm>
            <a:off x="2322799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695FBB-BC3E-267D-C7CA-13D3F6744D2F}"/>
              </a:ext>
            </a:extLst>
          </p:cNvPr>
          <p:cNvSpPr/>
          <p:nvPr/>
        </p:nvSpPr>
        <p:spPr>
          <a:xfrm>
            <a:off x="997527" y="4685618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8C693D-E8D6-D610-1FE1-A716FCE6BC00}"/>
              </a:ext>
            </a:extLst>
          </p:cNvPr>
          <p:cNvSpPr txBox="1"/>
          <p:nvPr/>
        </p:nvSpPr>
        <p:spPr>
          <a:xfrm>
            <a:off x="2322799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70F63E-5D21-0771-90BA-26B0E9E61FBD}"/>
              </a:ext>
            </a:extLst>
          </p:cNvPr>
          <p:cNvSpPr/>
          <p:nvPr/>
        </p:nvSpPr>
        <p:spPr>
          <a:xfrm>
            <a:off x="997527" y="5634177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7941D5-AF44-0607-E3A5-536B3B56A4B6}"/>
              </a:ext>
            </a:extLst>
          </p:cNvPr>
          <p:cNvSpPr txBox="1"/>
          <p:nvPr/>
        </p:nvSpPr>
        <p:spPr>
          <a:xfrm>
            <a:off x="2322799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159C12-213C-6C7F-49DA-49ABFDA48A04}"/>
              </a:ext>
            </a:extLst>
          </p:cNvPr>
          <p:cNvSpPr/>
          <p:nvPr/>
        </p:nvSpPr>
        <p:spPr>
          <a:xfrm>
            <a:off x="4213638" y="2878282"/>
            <a:ext cx="1101437" cy="6754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8A64E-752B-8175-8D18-D3456EEB9044}"/>
              </a:ext>
            </a:extLst>
          </p:cNvPr>
          <p:cNvSpPr txBox="1"/>
          <p:nvPr/>
        </p:nvSpPr>
        <p:spPr>
          <a:xfrm>
            <a:off x="5538910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7C8E9D-27B4-CDF9-803A-25A3DD4D88FB}"/>
              </a:ext>
            </a:extLst>
          </p:cNvPr>
          <p:cNvSpPr/>
          <p:nvPr/>
        </p:nvSpPr>
        <p:spPr>
          <a:xfrm>
            <a:off x="4213638" y="3705431"/>
            <a:ext cx="1101437" cy="675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BD5A7D-7FB0-DA0A-8FE8-988FF21A0857}"/>
              </a:ext>
            </a:extLst>
          </p:cNvPr>
          <p:cNvSpPr txBox="1"/>
          <p:nvPr/>
        </p:nvSpPr>
        <p:spPr>
          <a:xfrm>
            <a:off x="5538910" y="3858469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EEE97B-0004-CD53-5763-9384EECC940B}"/>
              </a:ext>
            </a:extLst>
          </p:cNvPr>
          <p:cNvSpPr/>
          <p:nvPr/>
        </p:nvSpPr>
        <p:spPr>
          <a:xfrm>
            <a:off x="4213638" y="4685618"/>
            <a:ext cx="1101437" cy="6754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5C8D71-8958-A3BA-1B02-C07E3BF1A042}"/>
              </a:ext>
            </a:extLst>
          </p:cNvPr>
          <p:cNvSpPr txBox="1"/>
          <p:nvPr/>
        </p:nvSpPr>
        <p:spPr>
          <a:xfrm>
            <a:off x="5538910" y="4838656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6FE9F4-B61C-672B-1218-1C4D28940EE4}"/>
              </a:ext>
            </a:extLst>
          </p:cNvPr>
          <p:cNvSpPr/>
          <p:nvPr/>
        </p:nvSpPr>
        <p:spPr>
          <a:xfrm>
            <a:off x="4213638" y="5634177"/>
            <a:ext cx="1101437" cy="67540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8EA877-4B41-D817-DFEA-FB3E63E2EC3A}"/>
              </a:ext>
            </a:extLst>
          </p:cNvPr>
          <p:cNvSpPr txBox="1"/>
          <p:nvPr/>
        </p:nvSpPr>
        <p:spPr>
          <a:xfrm>
            <a:off x="5538910" y="5787215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17A65F-5B39-E3B8-910E-686C985805DA}"/>
              </a:ext>
            </a:extLst>
          </p:cNvPr>
          <p:cNvSpPr/>
          <p:nvPr/>
        </p:nvSpPr>
        <p:spPr>
          <a:xfrm>
            <a:off x="7701555" y="2878282"/>
            <a:ext cx="1101437" cy="6754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5A6C71-30C1-437F-BEA6-B32AAB2D3854}"/>
              </a:ext>
            </a:extLst>
          </p:cNvPr>
          <p:cNvSpPr txBox="1"/>
          <p:nvPr/>
        </p:nvSpPr>
        <p:spPr>
          <a:xfrm>
            <a:off x="9026827" y="3031320"/>
            <a:ext cx="11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4A0939-4A61-2083-B4B0-BD979F97FE55}"/>
              </a:ext>
            </a:extLst>
          </p:cNvPr>
          <p:cNvSpPr/>
          <p:nvPr/>
        </p:nvSpPr>
        <p:spPr>
          <a:xfrm>
            <a:off x="7701555" y="3705431"/>
            <a:ext cx="1101437" cy="6754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B59BC3-F434-FBC5-233A-1D2394CD8534}"/>
              </a:ext>
            </a:extLst>
          </p:cNvPr>
          <p:cNvSpPr txBox="1"/>
          <p:nvPr/>
        </p:nvSpPr>
        <p:spPr>
          <a:xfrm>
            <a:off x="9026827" y="3858469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A2B07F-CBA3-A8CB-289E-32618DBF15A1}"/>
              </a:ext>
            </a:extLst>
          </p:cNvPr>
          <p:cNvSpPr/>
          <p:nvPr/>
        </p:nvSpPr>
        <p:spPr>
          <a:xfrm>
            <a:off x="7701555" y="4685618"/>
            <a:ext cx="1101437" cy="6754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C59D5D-81E1-11BD-E49E-C8F0E473C8A6}"/>
              </a:ext>
            </a:extLst>
          </p:cNvPr>
          <p:cNvSpPr txBox="1"/>
          <p:nvPr/>
        </p:nvSpPr>
        <p:spPr>
          <a:xfrm>
            <a:off x="9026827" y="4838656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F6C548-EBA3-5B36-1C57-875CDA29939E}"/>
              </a:ext>
            </a:extLst>
          </p:cNvPr>
          <p:cNvSpPr/>
          <p:nvPr/>
        </p:nvSpPr>
        <p:spPr>
          <a:xfrm>
            <a:off x="7701555" y="5634177"/>
            <a:ext cx="1101437" cy="6754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5BE9E7-B36A-4E1D-112D-7263DDC51873}"/>
              </a:ext>
            </a:extLst>
          </p:cNvPr>
          <p:cNvSpPr txBox="1"/>
          <p:nvPr/>
        </p:nvSpPr>
        <p:spPr>
          <a:xfrm>
            <a:off x="9026827" y="5787215"/>
            <a:ext cx="127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CONV_12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F43128-8D3D-8A0C-5A31-331E9BBEC6F0}"/>
              </a:ext>
            </a:extLst>
          </p:cNvPr>
          <p:cNvSpPr/>
          <p:nvPr/>
        </p:nvSpPr>
        <p:spPr>
          <a:xfrm>
            <a:off x="7406612" y="1095781"/>
            <a:ext cx="4178386" cy="109138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62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720</Words>
  <Application>Microsoft Office PowerPoint</Application>
  <PresentationFormat>Widescreen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yasser</dc:creator>
  <cp:lastModifiedBy>omar yasser</cp:lastModifiedBy>
  <cp:revision>2</cp:revision>
  <dcterms:created xsi:type="dcterms:W3CDTF">2026-04-18T14:03:18Z</dcterms:created>
  <dcterms:modified xsi:type="dcterms:W3CDTF">2026-04-18T14:37:20Z</dcterms:modified>
</cp:coreProperties>
</file>