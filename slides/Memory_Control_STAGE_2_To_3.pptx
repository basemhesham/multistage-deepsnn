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80" r:id="rId5"/>
    <p:sldId id="278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6" autoAdjust="0"/>
    <p:restoredTop sz="94660"/>
  </p:normalViewPr>
  <p:slideViewPr>
    <p:cSldViewPr snapToGrid="0">
      <p:cViewPr varScale="1">
        <p:scale>
          <a:sx n="55" d="100"/>
          <a:sy n="55" d="100"/>
        </p:scale>
        <p:origin x="9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846E-176B-BA46-6CAE-5586025F3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B783D-24B5-1DF3-A8B9-929830778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36029-4303-A0AC-2000-E8021657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3E88A-8246-194B-AC65-CBE7553FD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C99A1-AC4C-37DF-55A5-406C5238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2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59EC-95AF-DA5A-7874-26E0C0E2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271EB-D1FE-D17E-1895-FDFF442F8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F75B4-66D5-13A7-6CE8-32274FF8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AE14C-0BCB-F075-D51D-F6903A81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39723-D271-39D9-4F2E-D3142486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1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F329-DA4A-99F9-1511-0C13E232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2B62A-F9B5-9F61-042C-9E80AAABE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0BB35-49DE-B127-4C88-74738D76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1E246-F09B-3C6B-F9E4-3750F552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10E89-01F9-B9CD-C065-5515A25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1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34BF-CDD9-44D6-83CC-159989D3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BE145-5755-01FD-7E7C-DC12036DD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F6926-C548-E965-B8FD-DD5E5A78F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CA45C-C2D3-F6D2-D0B0-179B2F26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72028-5639-62C6-F3ED-2F958FEB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6F822-98D5-76CE-95D7-9A2E67C4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06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CA36-604E-F25C-2CEA-FDAE483A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631F-CE10-3EEF-28BD-B7FB7750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609AB-22FD-28A0-40CD-B68569D00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0B8D2-0C74-076D-68FA-1DA0B0C47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C6C37C-7FAB-7BD5-D884-1D14B4128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F3B2E-4AFA-DD0C-C340-1111F49B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D3D5D-D09F-3C7E-3BCA-B770D5DD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260542-ABF7-75C4-3D34-59556124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DB2A-8793-15B8-17CF-67127AA1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03F0C-4D32-F6E8-12E3-6EA495D2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AEE7D-FAA5-274C-3A5C-C3DB3963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46AB5-86E4-E74D-C817-A3DC325B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0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D96B2-490C-4C1C-E0C0-27B2425B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CD340-28B7-B269-6CAE-FBDF2AC9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FCFBA-D56E-E268-2B78-09AE6E0F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8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72AA-AB84-C019-9E21-13BF87AA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1D916-A84B-89B3-3C04-0359D491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D32E1-EABE-FFCC-2A92-CEAD1753E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52E4C-3BB6-7CBC-D0C5-2F40523C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A0EEE-FAF7-383B-4128-8B8DCF67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64AB9-C0A8-CDDB-5FD8-2308EA00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4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37D6-1A38-19AF-BD56-393D1B18C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22D42F-1003-8F85-1040-5C94505E9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87ADB-A073-DD2B-3894-07CEBF7D8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9B7A1-8778-67B5-3DE4-2E3CC814D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25FED-5D55-F0D9-F91C-8A9B2AA8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2FA50-0A5D-DB96-6ABD-3C535407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AC28-565A-EE93-6221-2F68D8F1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6366B-EE7E-2408-35F3-E2DD01EF7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29E6D-41E7-562F-6307-1B291279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4A557-EA9C-4630-4550-ACF5E5C3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982B1-301E-C76D-8E8C-D536D59D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1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5B9CB2-DCE0-404D-B5E3-E601DF6C9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02373-1FD5-2FFC-7BB3-40EAF8086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578A9-8D73-A067-8418-5421BC3D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25827-7656-A9E4-92E1-408D8EEB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ECC20-8649-BF0E-CCC0-3C1F5A04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0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45B9A-97BB-D34D-D77E-31D39A9F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3820-A452-9537-9C92-7865F7F88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26D7D-EBE4-0A72-0BE5-45E568AD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7196F-3409-4B37-8F6D-C0B93EDEA165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68FB4-5143-492A-BF1C-E994B1732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DBE5C-4B74-5995-A193-D046D2FEB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A68B12-462C-4880-9411-F602E09A6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4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BE3D-58C5-3605-216D-40199DF9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6601929-6384-F3C6-1414-356E62162850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D2D4C1-4DA3-C2B6-849B-5D2A07780878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44C2FE-CFC0-F130-C1F2-E9ED9E52A9B1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8F59DA-C95D-754F-AF24-66316561C88C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DE8755-29C2-63BD-572B-300BF33C20F6}"/>
              </a:ext>
            </a:extLst>
          </p:cNvPr>
          <p:cNvSpPr/>
          <p:nvPr/>
        </p:nvSpPr>
        <p:spPr>
          <a:xfrm>
            <a:off x="6797887" y="2794579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1ADF4D-718D-F0CC-8A01-EC0232F26531}"/>
              </a:ext>
            </a:extLst>
          </p:cNvPr>
          <p:cNvSpPr txBox="1"/>
          <p:nvPr/>
        </p:nvSpPr>
        <p:spPr>
          <a:xfrm>
            <a:off x="8123159" y="294761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9451DB8-958D-0C11-0D8F-A06EDB486953}"/>
              </a:ext>
            </a:extLst>
          </p:cNvPr>
          <p:cNvSpPr/>
          <p:nvPr/>
        </p:nvSpPr>
        <p:spPr>
          <a:xfrm>
            <a:off x="6797887" y="3743138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2C53E9-E7B8-848F-E68A-D61C9869CFEE}"/>
              </a:ext>
            </a:extLst>
          </p:cNvPr>
          <p:cNvSpPr txBox="1"/>
          <p:nvPr/>
        </p:nvSpPr>
        <p:spPr>
          <a:xfrm>
            <a:off x="8123159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84A630-3AA6-4A4C-76B7-19B49A949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240137"/>
              </p:ext>
            </p:extLst>
          </p:nvPr>
        </p:nvGraphicFramePr>
        <p:xfrm>
          <a:off x="2096427" y="554374"/>
          <a:ext cx="65024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544343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4667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51812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8013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80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23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5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158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413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D2E6-19A2-689F-5217-38919DB01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3070A-B466-AEFC-52FA-8400DBD4A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93360"/>
              </p:ext>
            </p:extLst>
          </p:nvPr>
        </p:nvGraphicFramePr>
        <p:xfrm>
          <a:off x="2096427" y="554374"/>
          <a:ext cx="65024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544343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4667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51812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8013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80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23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5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158593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1EF4F095-3BAB-7C4B-7A5C-B90AA2016B4A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41F004-FC4D-8122-E282-0980DE1E0C10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28DA89-70BE-923F-7163-7BF7A9C37A72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DBB73B-76F6-2FB8-270F-5435B3CF4CE2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138382-3ABC-C8AA-CECF-454A41082D4D}"/>
              </a:ext>
            </a:extLst>
          </p:cNvPr>
          <p:cNvSpPr/>
          <p:nvPr/>
        </p:nvSpPr>
        <p:spPr>
          <a:xfrm>
            <a:off x="6797887" y="2794579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E2CABA-2D9A-E3DF-B097-50565B128D2C}"/>
              </a:ext>
            </a:extLst>
          </p:cNvPr>
          <p:cNvSpPr txBox="1"/>
          <p:nvPr/>
        </p:nvSpPr>
        <p:spPr>
          <a:xfrm>
            <a:off x="8123159" y="294761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ACF746-0121-807C-C6D2-A17FAA8076B2}"/>
              </a:ext>
            </a:extLst>
          </p:cNvPr>
          <p:cNvSpPr/>
          <p:nvPr/>
        </p:nvSpPr>
        <p:spPr>
          <a:xfrm>
            <a:off x="6797887" y="3743138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D0938F-2B23-D53A-361D-90B4E06DB9C1}"/>
              </a:ext>
            </a:extLst>
          </p:cNvPr>
          <p:cNvSpPr txBox="1"/>
          <p:nvPr/>
        </p:nvSpPr>
        <p:spPr>
          <a:xfrm>
            <a:off x="8123159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E34A43-7BB7-6B0E-115C-02295A1394C8}"/>
              </a:ext>
            </a:extLst>
          </p:cNvPr>
          <p:cNvSpPr/>
          <p:nvPr/>
        </p:nvSpPr>
        <p:spPr>
          <a:xfrm>
            <a:off x="2096427" y="549461"/>
            <a:ext cx="4837782" cy="1060230"/>
          </a:xfrm>
          <a:prstGeom prst="rect">
            <a:avLst/>
          </a:prstGeom>
          <a:noFill/>
          <a:ln w="762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6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85042-EBA5-75BB-D5E9-F404D422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A0EC8E-DF0B-BF40-287E-62E82CAC1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93360"/>
              </p:ext>
            </p:extLst>
          </p:nvPr>
        </p:nvGraphicFramePr>
        <p:xfrm>
          <a:off x="2096427" y="554374"/>
          <a:ext cx="65024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544343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4667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51812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8013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80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23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5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158593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AAD03FF0-3D89-7FE1-1399-216809C9E993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5D5281-F7FA-D81B-8788-53A202717AE2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79D407-B4A3-8E8B-7905-3B5DFA553C4A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4780F4-E4D6-1C68-C541-E3517487050E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983F57-ED17-EA4C-B15C-FBAEB6DFCAFF}"/>
              </a:ext>
            </a:extLst>
          </p:cNvPr>
          <p:cNvSpPr/>
          <p:nvPr/>
        </p:nvSpPr>
        <p:spPr>
          <a:xfrm>
            <a:off x="6797887" y="2794579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D0D8E8-C889-B7BC-F317-BE62BE3B1798}"/>
              </a:ext>
            </a:extLst>
          </p:cNvPr>
          <p:cNvSpPr txBox="1"/>
          <p:nvPr/>
        </p:nvSpPr>
        <p:spPr>
          <a:xfrm>
            <a:off x="8123159" y="294761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7075B1-0075-47D0-AF7C-40AC751E0754}"/>
              </a:ext>
            </a:extLst>
          </p:cNvPr>
          <p:cNvSpPr/>
          <p:nvPr/>
        </p:nvSpPr>
        <p:spPr>
          <a:xfrm>
            <a:off x="6797887" y="3743138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401F8B-E625-AD0A-87B1-2F48DB364287}"/>
              </a:ext>
            </a:extLst>
          </p:cNvPr>
          <p:cNvSpPr txBox="1"/>
          <p:nvPr/>
        </p:nvSpPr>
        <p:spPr>
          <a:xfrm>
            <a:off x="8123159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0FA0CD-83C1-862C-CC18-3B9EBE033D80}"/>
              </a:ext>
            </a:extLst>
          </p:cNvPr>
          <p:cNvSpPr/>
          <p:nvPr/>
        </p:nvSpPr>
        <p:spPr>
          <a:xfrm>
            <a:off x="3686253" y="554374"/>
            <a:ext cx="4912574" cy="110117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24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D2E6-19A2-689F-5217-38919DB01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3070A-B466-AEFC-52FA-8400DBD4AC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96427" y="554374"/>
          <a:ext cx="65024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544343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4667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51812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8013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80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23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5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158593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1EF4F095-3BAB-7C4B-7A5C-B90AA2016B4A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41F004-FC4D-8122-E282-0980DE1E0C10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28DA89-70BE-923F-7163-7BF7A9C37A72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DBB73B-76F6-2FB8-270F-5435B3CF4CE2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138382-3ABC-C8AA-CECF-454A41082D4D}"/>
              </a:ext>
            </a:extLst>
          </p:cNvPr>
          <p:cNvSpPr/>
          <p:nvPr/>
        </p:nvSpPr>
        <p:spPr>
          <a:xfrm>
            <a:off x="6797887" y="2794579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E2CABA-2D9A-E3DF-B097-50565B128D2C}"/>
              </a:ext>
            </a:extLst>
          </p:cNvPr>
          <p:cNvSpPr txBox="1"/>
          <p:nvPr/>
        </p:nvSpPr>
        <p:spPr>
          <a:xfrm>
            <a:off x="8123159" y="294761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ACF746-0121-807C-C6D2-A17FAA8076B2}"/>
              </a:ext>
            </a:extLst>
          </p:cNvPr>
          <p:cNvSpPr/>
          <p:nvPr/>
        </p:nvSpPr>
        <p:spPr>
          <a:xfrm>
            <a:off x="6797887" y="3743138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D0938F-2B23-D53A-361D-90B4E06DB9C1}"/>
              </a:ext>
            </a:extLst>
          </p:cNvPr>
          <p:cNvSpPr txBox="1"/>
          <p:nvPr/>
        </p:nvSpPr>
        <p:spPr>
          <a:xfrm>
            <a:off x="8123159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E34A43-7BB7-6B0E-115C-02295A1394C8}"/>
              </a:ext>
            </a:extLst>
          </p:cNvPr>
          <p:cNvSpPr/>
          <p:nvPr/>
        </p:nvSpPr>
        <p:spPr>
          <a:xfrm>
            <a:off x="2130909" y="977504"/>
            <a:ext cx="4837782" cy="106023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1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647A-0EFD-2FFF-3C86-702E212D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13C60C-F13F-7B4D-0424-60586C9FA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93360"/>
              </p:ext>
            </p:extLst>
          </p:nvPr>
        </p:nvGraphicFramePr>
        <p:xfrm>
          <a:off x="2096427" y="554374"/>
          <a:ext cx="65024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544343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4667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51812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8013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80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23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5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158593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40AA307A-F0C9-5D31-1A8C-8D918EEFAC87}"/>
              </a:ext>
            </a:extLst>
          </p:cNvPr>
          <p:cNvSpPr/>
          <p:nvPr/>
        </p:nvSpPr>
        <p:spPr>
          <a:xfrm>
            <a:off x="2788619" y="2915989"/>
            <a:ext cx="1101437" cy="67540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AEAF86-CA80-B9B7-0FB3-1E387AB4B6D5}"/>
              </a:ext>
            </a:extLst>
          </p:cNvPr>
          <p:cNvSpPr txBox="1"/>
          <p:nvPr/>
        </p:nvSpPr>
        <p:spPr>
          <a:xfrm>
            <a:off x="4113891" y="3069027"/>
            <a:ext cx="123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FRAME_1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520B74-A15A-E29D-5BEC-C181E50996A4}"/>
              </a:ext>
            </a:extLst>
          </p:cNvPr>
          <p:cNvSpPr/>
          <p:nvPr/>
        </p:nvSpPr>
        <p:spPr>
          <a:xfrm>
            <a:off x="2788619" y="3743138"/>
            <a:ext cx="1101437" cy="6754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5C38EF-84BE-1A75-3A02-64EFD547ECB4}"/>
              </a:ext>
            </a:extLst>
          </p:cNvPr>
          <p:cNvSpPr txBox="1"/>
          <p:nvPr/>
        </p:nvSpPr>
        <p:spPr>
          <a:xfrm>
            <a:off x="4113891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970D61-5B2F-3967-459D-FD3F8AE1EDC6}"/>
              </a:ext>
            </a:extLst>
          </p:cNvPr>
          <p:cNvSpPr/>
          <p:nvPr/>
        </p:nvSpPr>
        <p:spPr>
          <a:xfrm>
            <a:off x="6797887" y="2794579"/>
            <a:ext cx="1101437" cy="6754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04C1DE-EC1D-7794-E6F3-E9B88DA37496}"/>
              </a:ext>
            </a:extLst>
          </p:cNvPr>
          <p:cNvSpPr txBox="1"/>
          <p:nvPr/>
        </p:nvSpPr>
        <p:spPr>
          <a:xfrm>
            <a:off x="8123159" y="2947617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73AF91-6E9F-D5E5-213E-B13C936E074B}"/>
              </a:ext>
            </a:extLst>
          </p:cNvPr>
          <p:cNvSpPr/>
          <p:nvPr/>
        </p:nvSpPr>
        <p:spPr>
          <a:xfrm>
            <a:off x="6797887" y="3743138"/>
            <a:ext cx="1101437" cy="6754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7AF2D7-505E-DC66-0678-3A6B1E083E18}"/>
              </a:ext>
            </a:extLst>
          </p:cNvPr>
          <p:cNvSpPr txBox="1"/>
          <p:nvPr/>
        </p:nvSpPr>
        <p:spPr>
          <a:xfrm>
            <a:off x="8123159" y="3896176"/>
            <a:ext cx="128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FRAME _4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00AB76-2FC4-2A26-A2A8-A0787BF34D86}"/>
              </a:ext>
            </a:extLst>
          </p:cNvPr>
          <p:cNvSpPr/>
          <p:nvPr/>
        </p:nvSpPr>
        <p:spPr>
          <a:xfrm>
            <a:off x="3691578" y="969356"/>
            <a:ext cx="4907249" cy="1068378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08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C3E7-16CA-F9FD-0B2E-B04D0A4A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8B09E1-8C4F-257D-B99A-FE848624E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44639"/>
              </p:ext>
            </p:extLst>
          </p:nvPr>
        </p:nvGraphicFramePr>
        <p:xfrm>
          <a:off x="2346684" y="1708069"/>
          <a:ext cx="65024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6544343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4667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251812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8013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80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23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5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1585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2FDDBAF-697D-DB07-E5F2-B4CA602CB260}"/>
              </a:ext>
            </a:extLst>
          </p:cNvPr>
          <p:cNvSpPr txBox="1"/>
          <p:nvPr/>
        </p:nvSpPr>
        <p:spPr>
          <a:xfrm>
            <a:off x="4613992" y="168727"/>
            <a:ext cx="196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Heat 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73AC2-7A06-B9E8-AC71-D71325FA2044}"/>
              </a:ext>
            </a:extLst>
          </p:cNvPr>
          <p:cNvSpPr txBox="1"/>
          <p:nvPr/>
        </p:nvSpPr>
        <p:spPr>
          <a:xfrm>
            <a:off x="4287146" y="4145996"/>
            <a:ext cx="2061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MEM_WORD: 1024</a:t>
            </a:r>
          </a:p>
          <a:p>
            <a:r>
              <a:rPr lang="en-US" dirty="0"/>
              <a:t>FRAME_NO: 4</a:t>
            </a:r>
          </a:p>
        </p:txBody>
      </p:sp>
    </p:spTree>
    <p:extLst>
      <p:ext uri="{BB962C8B-B14F-4D97-AF65-F5344CB8AC3E}">
        <p14:creationId xmlns:p14="http://schemas.microsoft.com/office/powerpoint/2010/main" val="3794809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174</Words>
  <Application>Microsoft Office PowerPoint</Application>
  <PresentationFormat>Widescreen</PresentationFormat>
  <Paragraphs>119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omar yasser</dc:creator>
  <cp:lastModifiedBy>Sha3ban</cp:lastModifiedBy>
  <cp:revision>5</cp:revision>
  <dcterms:created xsi:type="dcterms:W3CDTF">2026-04-18T14:03:18Z</dcterms:created>
  <dcterms:modified xsi:type="dcterms:W3CDTF">2026-05-03T19:59:03Z</dcterms:modified>
</cp:coreProperties>
</file>